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?><Relationships xmlns="http://schemas.openxmlformats.org/package/2006/relationships"/>
</file>

<file path=ppt/slides/_rels/slide2.xml.rels><?xml version="1.0" encoding="UTF-8"?><Relationships xmlns="http://schemas.openxmlformats.org/package/2006/relationships"/>
</file>

<file path=ppt/slides/_rels/slide3.xml.rels><?xml version="1.0" encoding="UTF-8"?><Relationships xmlns="http://schemas.openxmlformats.org/package/2006/relationships"/>
</file>

<file path=ppt/slides/_rels/slide4.xml.rels><?xml version="1.0" encoding="UTF-8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AutoShow Overview</a:t>
            </a:r>
          </a:p>
        </p:txBody>
      </p:sp>
      <p:sp>
        <p:txBody>
          <a:bodyPr/>
          <a:p>
            <a:r>
              <a:t>AutoShow automates transcription, summarization, and speech synthesis for audio and video content.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Supported Input Formats</a:t>
            </a:r>
          </a:p>
        </p:txBody>
      </p:sp>
      <p:sp>
        <p:txBody>
          <a:bodyPr/>
          <a:p>
            <a:r>
              <a:t>Audio: MP3 WAV M4A. Video: MP4 MKV WebM. Documents: PDF EPUB DOCX PPTX XLSX ODT ODP ODS.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Processing Pipeline</a:t>
            </a:r>
          </a:p>
        </p:txBody>
      </p:sp>
      <p:sp>
        <p:txBody>
          <a:bodyPr/>
          <a:p>
            <a:r>
              <a:t>Step 1 downloads or reads the input. Step 2 transcribes audio or extracts document text. Step 3 summarizes with an LLM.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Text-to-Speech Output</a:t>
            </a:r>
          </a:p>
        </p:txBody>
      </p:sp>
      <p:sp>
        <p:txBody>
          <a:bodyPr/>
          <a:p>
            <a:r>
              <a:t>Step 4 generates speech audio from the LLM summary using Qwen3-TTS or Chatterbox TTS engines.</a:t>
            </a:r>
          </a:p>
        </p:txBody>
      </p:sp>
    </p:spTree>
  </p:cSld>
</p:sld>
</file>